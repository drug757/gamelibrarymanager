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dfa4bb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fdfa4bb8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dfa4bb8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fdfa4bb8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dfa4bb8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fdfa4bb88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dfa4bb8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fdfa4bb8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fdfa4bb8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fdfa4bb88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fdfa4bb8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afdfa4bb88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fdfa4bb8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fdfa4bb88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fdfa4bb8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fdfa4bb8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dfa4bb8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fdfa4bb88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fdfa4bb8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fdfa4bb88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fdfa4bb8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fdfa4bb88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fdfa4bb8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afdfa4bb88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fdfa4bb8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afdfa4bb88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fdfa4bb8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fdfa4bb88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578100" y="2127250"/>
            <a:ext cx="7035800" cy="2541003"/>
          </a:xfrm>
          <a:prstGeom prst="rect">
            <a:avLst/>
          </a:prstGeom>
          <a:gradFill>
            <a:gsLst>
              <a:gs pos="0">
                <a:srgbClr val="F5F7FC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C5D3ED"/>
              </a:gs>
            </a:gsLst>
            <a:lin ang="540000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2578100" y="2501900"/>
            <a:ext cx="7035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ru-RU">
                <a:latin typeface="Times New Roman"/>
                <a:ea typeface="Times New Roman"/>
                <a:cs typeface="Times New Roman"/>
                <a:sym typeface="Times New Roman"/>
              </a:rPr>
              <a:t>GAME LIBRARY MANAGER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9410700" y="6031832"/>
            <a:ext cx="2514600" cy="41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Михайлов Богдан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4464718" y="250031"/>
            <a:ext cx="326256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Тема: Разработка программы для управления игровой библиотекой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Актуальность: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Современные геймеры имеют большие коллекции игр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Необходимость систематизации и отслеживания прогресса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Отсутствие единого инструмента для управления играми и связанными ресурсами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Цель презентации: Познакомить с функциональными возможностями программы Game Library Manager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4464718" y="250031"/>
            <a:ext cx="326256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Цель/Задачи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838199" y="1315599"/>
            <a:ext cx="10515600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Times New Roman"/>
                <a:ea typeface="Times New Roman"/>
                <a:cs typeface="Times New Roman"/>
                <a:sym typeface="Times New Roman"/>
              </a:rPr>
              <a:t>Основная цель: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Создание удобного десктопного приложения для комплексного управления игровой библиотекой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Times New Roman"/>
                <a:ea typeface="Times New Roman"/>
                <a:cs typeface="Times New Roman"/>
                <a:sym typeface="Times New Roman"/>
              </a:rPr>
              <a:t>Задачи проекта: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Разработка системы каталогизации игр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Реализация автоматического отслеживания времени игры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Создание системы закладок для игровых ресурсов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Разработка интуитивно понятного графического интерфейса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Обеспечение кросс-платформенной совместимости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Реализация системы сортировки и фильтрации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type="title"/>
          </p:nvPr>
        </p:nvSpPr>
        <p:spPr>
          <a:xfrm>
            <a:off x="4365958" y="142791"/>
            <a:ext cx="346008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Суть проекта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148388" y="1239222"/>
            <a:ext cx="6380748" cy="55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Times New Roman"/>
                <a:ea typeface="Times New Roman"/>
                <a:cs typeface="Times New Roman"/>
                <a:sym typeface="Times New Roman"/>
              </a:rPr>
              <a:t>Что такое Game Library Manager?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Десктопное приложение, позволяющее: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Хранить информацию о всех установленных играх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Автоматически отслеживать время игры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Управлять статусом прохождения (пройдена, в процессе и т.д.)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Сохранять закладки на полезные ресурсы по каждой игре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Сортировать и фильтровать библиотеку по различным параметрам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524" y="1916318"/>
            <a:ext cx="5274042" cy="3441746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3074568" y="266073"/>
            <a:ext cx="604286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Как работает программа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838198" y="1702886"/>
            <a:ext cx="10515600" cy="3452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Основные модули: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gui_main.py - основной интерфейс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database.py - работа с базой данных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game_launcher.py - запуск и мониторинг игр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icon_manager.py - извлечение иконок игр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theme_manager.py - управление темой оформления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3074568" y="108773"/>
            <a:ext cx="60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838225" y="5310000"/>
            <a:ext cx="105156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Извлекает иконки из исполняемых файлов игр с использованием Windows API, рисует их на Bitmap и конвертирует в формат для отображения в интерфейсе Tkinter.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873" y="1239573"/>
            <a:ext cx="5006400" cy="404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>
            <p:ph type="title"/>
          </p:nvPr>
        </p:nvSpPr>
        <p:spPr>
          <a:xfrm>
            <a:off x="3074568" y="108773"/>
            <a:ext cx="60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838225" y="5310000"/>
            <a:ext cx="105156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Запускает игру как отдельный процесс и в фоновом потоке отслеживает ее завершение, автоматически записывая продолжительность сессии в базу данных.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488" y="1571625"/>
            <a:ext cx="4238700" cy="371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655" y="1571625"/>
            <a:ext cx="5962500" cy="371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3074568" y="108773"/>
            <a:ext cx="60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838225" y="5247075"/>
            <a:ext cx="105156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Сортирует список игр по выбранному критерию с учетом пользовательского порядка статусов и возможности обратной сортировки.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075" y="1905800"/>
            <a:ext cx="7143900" cy="26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>
            <p:ph type="title"/>
          </p:nvPr>
        </p:nvSpPr>
        <p:spPr>
          <a:xfrm>
            <a:off x="3074568" y="108773"/>
            <a:ext cx="60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838225" y="5247075"/>
            <a:ext cx="105156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Фильтрует игры в таблице по мере ввода текста, подсвечивая и прокручивая к найденным элементам.</a:t>
            </a:r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850" y="1799775"/>
            <a:ext cx="6576300" cy="286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3074568" y="108773"/>
            <a:ext cx="60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838225" y="5247075"/>
            <a:ext cx="105156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Периодически проверяет активные игровые сессии и обновляет отображаемую информацию каждые 10 секунд.</a:t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875" y="2028375"/>
            <a:ext cx="6646200" cy="240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>
            <p:ph type="title"/>
          </p:nvPr>
        </p:nvSpPr>
        <p:spPr>
          <a:xfrm>
            <a:off x="3074568" y="108773"/>
            <a:ext cx="60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838225" y="5247075"/>
            <a:ext cx="105156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Преобразует количество секунд в удобный для чтения формат "часы минуты" или только "минуты".</a:t>
            </a:r>
            <a:endParaRPr/>
          </a:p>
        </p:txBody>
      </p:sp>
      <p:pic>
        <p:nvPicPr>
          <p:cNvPr id="165" name="Google Shape;1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650" y="1647200"/>
            <a:ext cx="4298738" cy="28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Преимущества и уникальность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838225" y="1566400"/>
            <a:ext cx="10515600" cy="4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 отличает проект от </a:t>
            </a:r>
            <a:r>
              <a:rPr lang="ru-RU"/>
              <a:t>аналогов</a:t>
            </a:r>
            <a:r>
              <a:rPr lang="ru-RU"/>
              <a:t>: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Автоматическое отслеживание времени - не нужно вручную засекать время игры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Интеграция с системой - извлечение иконок и информации об играх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Система закладок - централизованное хранение полезных ресурсов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Гибкая сортировка - 5 критериев сортировки с двунаправленным порядком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Простота использования - интуитивно понятный интерфейс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Преимущества и уникальность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838225" y="1566400"/>
            <a:ext cx="10515600" cy="4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 отличает проект от аналогов: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Автоматическое отслеживание времени - не нужно вручную засекать время игры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Интеграция с системой - извлечение иконок и информации об играх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Система закладок - централизованное хранение полезных ресурсов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Гибкая сортировка - 5 критериев сортировки с двунаправленным порядком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Простота использования - интуитивно понятный интерфейс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работы</a:t>
            </a:r>
            <a:endParaRPr/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063" y="1371550"/>
            <a:ext cx="6709924" cy="460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работы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2305050"/>
            <a:ext cx="116967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работы</a:t>
            </a:r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25" y="1347450"/>
            <a:ext cx="7747412" cy="535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работы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448" y="1608125"/>
            <a:ext cx="10027148" cy="47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работы</a:t>
            </a:r>
            <a:endParaRPr/>
          </a:p>
        </p:txBody>
      </p:sp>
      <p:pic>
        <p:nvPicPr>
          <p:cNvPr id="214" name="Google Shape;2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875" y="1724548"/>
            <a:ext cx="6918251" cy="466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/>
        </p:nvSpPr>
        <p:spPr>
          <a:xfrm>
            <a:off x="25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00" rotWithShape="0" algn="ctr" dir="5400000" dist="5080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1703428" y="182175"/>
            <a:ext cx="8785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/>
          </a:p>
        </p:txBody>
      </p:sp>
      <p:sp>
        <p:nvSpPr>
          <p:cNvPr id="221" name="Google Shape;221;p31"/>
          <p:cNvSpPr txBox="1"/>
          <p:nvPr/>
        </p:nvSpPr>
        <p:spPr>
          <a:xfrm>
            <a:off x="1183050" y="1768550"/>
            <a:ext cx="9825900" cy="4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Итоги проекта: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Разработано полнофункциональное приложение для управления игровой библиотекой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Реализовано автоматическое отслеживание времени игры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Создана удобная система закладок для игровых ресурсов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Реализован интуитивно понятный интерфейс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